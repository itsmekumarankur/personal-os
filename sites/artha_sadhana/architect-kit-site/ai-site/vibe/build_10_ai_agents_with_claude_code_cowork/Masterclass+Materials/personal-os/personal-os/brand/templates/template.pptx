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C1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90000"/>
            <a:ext cx="9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Slide Title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